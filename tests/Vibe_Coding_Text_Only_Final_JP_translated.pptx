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0" i="0" u="none"/>
              <a:t>[EN] 生成AIによる新時代のコーディング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b="0" i="0" u="none"/>
              <a:t>[EN] Vibe Codingとは？ - Karpathyの提案から見る未来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Vibe Codingとは？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rPr b="0" i="0" u="none"/>
              <a:t>[EN] 提案者：Andrej Karpathy（OpenAI共同創設者）</a:t>
            </a:r>
          </a:p>
          <a:p>
            <a:pPr>
              <a:defRPr sz="1800"/>
            </a:pPr>
            <a:r>
              <a:rPr b="0" i="0" u="none"/>
              <a:t>[EN] 提案時期：2025年2月</a:t>
            </a:r>
          </a:p>
          <a:p>
            <a:pPr>
              <a:defRPr sz="1800"/>
            </a:pPr>
            <a:r>
              <a:rPr b="0" i="0" u="none"/>
              <a:t>[EN] 特徴：自然言語や音声で指示 → AIがコード生成・修正</a:t>
            </a:r>
          </a:p>
          <a:p>
            <a:pPr>
              <a:defRPr sz="1800"/>
            </a:pPr>
            <a:r>
              <a:rPr b="0" i="0" u="none"/>
              <a:t>[EN] 「見て・言って・実行・コピペ」で開発が完結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生成AIコーディング支援のカテゴリ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82880"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396"/>
                        <a:t>[EN] カテゴリ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396"/>
                        <a:t>[EN] 概要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396"/>
                        <a:t>[EN] 例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r>
                        <a:rPr b="0" i="0" u="none" sz="1396"/>
                        <a:t>[EN] コード補完型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タイピング補助、次行の予測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GitHub Copilot, CodeWhisperer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チャット型アシスタント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自然言語で指示・質問に回答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396"/>
                        <a:t>[EN] ChatGPT, Cody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自律型エージェント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高レベル指示でプロジェクト自動構築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987"/>
                        <a:t>[EN] Cline, Replit Agent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カテゴリ別 機能比較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46304"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883"/>
                        <a:t>[EN] 機能/カテゴリ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883"/>
                        <a:t>[EN] コード補完型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248"/>
                        <a:t>[EN] チャット型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883"/>
                        <a:t>[EN] 自律型エージェント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コード生成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△（短文）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◎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コード補完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○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デバッグ支援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◎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テスト生成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◎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主要ツール比較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46304"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248"/>
                        <a:t>[EN] ツール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248"/>
                        <a:t>[EN] カテゴリ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248"/>
                        <a:t>[EN] 価格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/>
                      </a:pPr>
                      <a:r>
                        <a:rPr b="0" i="0" u="none" sz="1248"/>
                        <a:t>[EN] 主な特徴</a:t>
                      </a:r>
                    </a:p>
                  </a:txBody>
                  <a:tcPr>
                    <a:solidFill>
                      <a:srgbClr val="5B9BD5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GitHub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補完型＋チャット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$10〜19/月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720"/>
                        <a:t>[EN] マルチIDE・高精度補完・1.3Mユーザー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Cody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チャット型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$9〜59/月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720"/>
                        <a:t>[EN] Claude/GPT切替・セキュア対応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Cline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自律型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無料（OSS）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VSCode連携・自動リファクタ</a:t>
                      </a:r>
                    </a:p>
                  </a:txBody>
                  <a:tcPr/>
                </a:tc>
              </a:tr>
              <a:tr h="146304"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Replit Agent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補完＋自律型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1248"/>
                        <a:t>[EN] $7〜15/月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b="0" i="0" u="none" sz="883"/>
                        <a:t>[EN] Web開発に特化・初心者向け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各ツールのコード生成方法（テキスト解説）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rPr b="0" i="0" u="none"/>
              <a:t>[EN] GitHub Copilot：関数やコメントを入力すると、その文脈を理解して次の行のコードをリアルタイムで補完。提案はエディタ内で表示され、Tabキーで挿入可能。</a:t>
            </a:r>
          </a:p>
          <a:p>
            <a:pPr>
              <a:defRPr sz="1800"/>
            </a:pPr>
            <a:r>
              <a:rPr b="0" i="0" u="none"/>
              <a:t>[EN] Cline：自然言語で『〇〇を作成して』と指示すると、複数のファイルを自動生成。実行、デバッグ、修正もAIが繰り返し実施。</a:t>
            </a:r>
          </a:p>
          <a:p>
            <a:pPr>
              <a:defRPr sz="1800"/>
            </a:pPr>
            <a:r>
              <a:rPr b="0" i="0" u="none"/>
              <a:t>[EN] ChatGPT：自然言語で『〜するコードを書いて』と質問すると即座にコードを生成。エラー修正、テスト、リファクタリングも対応。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企業での導入実績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rPr b="0" i="0" u="none"/>
              <a:t>[EN] Copilot：Accenture、Goldman Sachs、Dropboxなど</a:t>
            </a:r>
          </a:p>
          <a:p>
            <a:pPr>
              <a:defRPr sz="1800"/>
            </a:pPr>
            <a:r>
              <a:rPr b="0" i="0" u="none"/>
              <a:t>[EN] Cody：1Password、大手銀行で活用中</a:t>
            </a:r>
          </a:p>
          <a:p>
            <a:pPr>
              <a:defRPr sz="1800"/>
            </a:pPr>
            <a:r>
              <a:rPr b="0" i="0" u="none"/>
              <a:t>[EN] Cline：OSSとして開発者に人気、GitHubで4万スター</a:t>
            </a:r>
          </a:p>
          <a:p>
            <a:pPr>
              <a:defRPr sz="1800"/>
            </a:pPr>
            <a:r>
              <a:rPr b="0" i="0" u="none"/>
              <a:t>[EN] Replit：ユーザー数3,000万超、75%がAIコーディング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今後の展望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rPr b="0" i="0" u="none"/>
              <a:t>[EN] 短期：誰でも開発可能な時代へ</a:t>
            </a:r>
          </a:p>
          <a:p>
            <a:pPr>
              <a:defRPr sz="1800"/>
            </a:pPr>
            <a:r>
              <a:rPr b="0" i="0" u="none"/>
              <a:t>[EN] 中期：中堅エンジニアの役割をAIが代替</a:t>
            </a:r>
          </a:p>
          <a:p>
            <a:pPr>
              <a:defRPr sz="1800"/>
            </a:pPr>
            <a:r>
              <a:rPr b="0" i="0" u="none"/>
              <a:t>[EN] 長期：設計・レビュー中心の職種へシフト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0" i="0" u="none"/>
              <a:t>[EN] 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defRPr sz="1800"/>
            </a:pPr>
            <a:r>
              <a:rPr b="0" i="0" u="none"/>
              <a:t>[EN] Vibe Coding＝AIと共創する時代の幕開け</a:t>
            </a:r>
          </a:p>
          <a:p>
            <a:pPr>
              <a:defRPr sz="1800"/>
            </a:pPr>
            <a:r>
              <a:rPr b="0" i="0" u="none"/>
              <a:t>[EN] 開発者はAIを活用し創造性を発揮する役割へ</a:t>
            </a:r>
          </a:p>
          <a:p>
            <a:pPr>
              <a:defRPr sz="1800"/>
            </a:pPr>
            <a:r>
              <a:rPr b="0" i="0" u="none"/>
              <a:t>[EN] AIと協働できる人材が未来の鍵を握る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