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[EN] 生成AIによる新時代のコーディング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/>
              <a:t>[EN] Vibe Codingとは？ - Karpathyの提案から見る未来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[EN] Vibe Codingとは？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/>
              <a:t>[EN] 提案者：Andrej Karpathy（OpenAI共同創設者）</a:t>
            </a:r>
          </a:p>
          <a:p>
            <a:pPr>
              <a:defRPr sz="1800"/>
            </a:pPr>
            <a:r>
              <a:rPr/>
              <a:t>[EN] 提案時期：2025年2月</a:t>
            </a:r>
          </a:p>
          <a:p>
            <a:pPr>
              <a:defRPr sz="1800"/>
            </a:pPr>
            <a:r>
              <a:rPr/>
              <a:t>[EN] 特徴：自然言語や音声で指示 → AIがコード生成・修正</a:t>
            </a:r>
          </a:p>
          <a:p>
            <a:pPr>
              <a:defRPr sz="1800"/>
            </a:pPr>
            <a:r>
              <a:rPr/>
              <a:t>[EN] 「見て・言って・実行・コピペ」で開発が完結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[EN] 生成AIコーディング支援のカテゴリ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8288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カテゴリ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概要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例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コード補完型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タイピング補助、次行の予測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GitHub Copilot, CodeWhisperer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チャット型アシスタント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自然言語で指示・質問に回答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ChatGPT, Cody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自律型エージェント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高レベル指示でプロジェクト自動構築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Cline, Replit Agent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[EN] カテゴリ別 機能比較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46304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機能/カテゴリ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コード補完型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チャット型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自律型エージェント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コード生成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△（短文）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◎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コード補完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○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デバッグ支援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◎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テスト生成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◎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[EN] 主要ツール比較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46304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ツール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カテゴリ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価格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主な特徴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GitHub 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補完型＋チャット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$10〜19/月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マルチIDE・高精度補完・1.3Mユーザー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Cody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チャット型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$9〜59/月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Claude/GPT切替・セキュア対応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Cline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自律型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無料（OSS）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VSCode連携・自動リファクタ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Replit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補完＋自律型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$7〜15/月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Web開発に特化・初心者向け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[EN] 各ツールのコード生成方法（テキスト解説）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/>
              <a:t>[EN] GitHub Copilot：関数やコメントを入力すると、その文脈を理解して次の行のコードをリアルタイムで補完。提案はエディタ内で表示され、Tabキーで挿入可能。</a:t>
            </a:r>
          </a:p>
          <a:p>
            <a:pPr>
              <a:defRPr sz="1800"/>
            </a:pPr>
            <a:r>
              <a:rPr/>
              <a:t>[EN] Cline：自然言語で『〇〇を作成して』と指示すると、複数のファイルを自動生成。実行、デバッグ、修正もAIが繰り返し実施。</a:t>
            </a:r>
          </a:p>
          <a:p>
            <a:pPr>
              <a:defRPr sz="1800"/>
            </a:pPr>
            <a:r>
              <a:rPr/>
              <a:t>[EN] ChatGPT：自然言語で『〜するコードを書いて』と質問すると即座にコードを生成。エラー修正、テスト、リファクタリングも対応。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[EN] 企業での導入実績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/>
              <a:t>[EN] Copilot：Accenture、Goldman Sachs、Dropboxなど</a:t>
            </a:r>
          </a:p>
          <a:p>
            <a:pPr>
              <a:defRPr sz="1800"/>
            </a:pPr>
            <a:r>
              <a:rPr/>
              <a:t>[EN] Cody：1Password、大手銀行で活用中</a:t>
            </a:r>
          </a:p>
          <a:p>
            <a:pPr>
              <a:defRPr sz="1800"/>
            </a:pPr>
            <a:r>
              <a:rPr/>
              <a:t>[EN] Cline：OSSとして開発者に人気、GitHubで4万スター</a:t>
            </a:r>
          </a:p>
          <a:p>
            <a:pPr>
              <a:defRPr sz="1800"/>
            </a:pPr>
            <a:r>
              <a:rPr/>
              <a:t>[EN] Replit：ユーザー数3,000万超、75%がAIコーディング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[EN] 今後の展望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/>
              <a:t>[EN] 短期：誰でも開発可能な時代へ</a:t>
            </a:r>
          </a:p>
          <a:p>
            <a:pPr>
              <a:defRPr sz="1800"/>
            </a:pPr>
            <a:r>
              <a:rPr/>
              <a:t>[EN] 中期：中堅エンジニアの役割をAIが代替</a:t>
            </a:r>
          </a:p>
          <a:p>
            <a:pPr>
              <a:defRPr sz="1800"/>
            </a:pPr>
            <a:r>
              <a:rPr/>
              <a:t>[EN] 長期：設計・レビュー中心の職種へシフト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[EN] 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rPr/>
              <a:t>[EN] Vibe Coding＝AIと共創する時代の幕開け</a:t>
            </a:r>
          </a:p>
          <a:p>
            <a:pPr>
              <a:defRPr sz="1800"/>
            </a:pPr>
            <a:r>
              <a:rPr/>
              <a:t>[EN] 開発者はAIを活用し創造性を発揮する役割へ</a:t>
            </a:r>
          </a:p>
          <a:p>
            <a:pPr>
              <a:defRPr sz="1800"/>
            </a:pPr>
            <a:r>
              <a:rPr/>
              <a:t>[EN] AIと協働できる人材が未来の鍵を握る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