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35000" y="635000"/>
            <a:ext cx="3810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Start </a:t>
            </a:r>
            <a:r>
              <a:rPr u="sng"/>
              <a:t>Underlined</a:t>
            </a:r>
            <a:r>
              <a:t> End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35000" y="2540000"/>
          <a:ext cx="3810000" cy="12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</a:tblGrid>
              <a:tr h="635000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000000"/>
                          </a:solidFill>
                        </a:rPr>
                        <a:t>Black </a:t>
                      </a:r>
                      <a:r>
                        <a:rPr>
                          <a:solidFill>
                            <a:srgbClr val="808080"/>
                          </a:solidFill>
                        </a:rPr>
                        <a:t>Gray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